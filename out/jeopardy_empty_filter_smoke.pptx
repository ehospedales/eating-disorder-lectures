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Eating Disorders – Psychiatry Board Review Quiz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9A02C"/>
                </a:solidFill>
              </a:rPr>
              <a:t>Psychiatry Residency Board Review
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Jeopardy-Style Game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D2B55"/>
                </a:solidFill>
              </a:rPr>
              <a:t>▸  Categories are shown on the game board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D2B55"/>
                </a:solidFill>
              </a:rPr>
              <a:t>▸  Teams take turns choosing a category and point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D2B55"/>
                </a:solidFill>
              </a:rPr>
              <a:t>▸  Presenter advances to the question, team answers, then advance to reveal.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D2B55"/>
                </a:solidFill>
              </a:rPr>
              <a:t>▸  Keep score on a whiteboard or use the score tracker at the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A02C"/>
                </a:solidFill>
              </a:rPr>
              <a:t>EATING DISORDERS  JEOPARDY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No categories available for Jeopardy board.
Try a different --category filter or remove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9A02C"/>
                </a:solidFill>
              </a:rPr>
              <a:t>SCORE TRACKER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2727198" cy="5943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0"/>
            <a:ext cx="26906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2B55"/>
                </a:solidFill>
              </a:rPr>
              <a:t>Team 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727198" cy="484632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737360"/>
            <a:ext cx="269062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9A02C"/>
                </a:solidFill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5838" y="868680"/>
            <a:ext cx="2727198" cy="5943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4126" y="914400"/>
            <a:ext cx="26906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2B55"/>
                </a:solidFill>
              </a:rPr>
              <a:t>Team 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5838" y="1508760"/>
            <a:ext cx="2727198" cy="484632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4126" y="1737360"/>
            <a:ext cx="269062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9A02C"/>
                </a:solidFill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5916" y="868680"/>
            <a:ext cx="2727198" cy="5943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4204" y="914400"/>
            <a:ext cx="26906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2B55"/>
                </a:solidFill>
              </a:rPr>
              <a:t>Team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5916" y="1508760"/>
            <a:ext cx="2727198" cy="484632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4204" y="1737360"/>
            <a:ext cx="269062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9A02C"/>
                </a:solidFill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5994" y="868680"/>
            <a:ext cx="2727198" cy="5943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4282" y="914400"/>
            <a:ext cx="26906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2B55"/>
                </a:solidFill>
              </a:rPr>
              <a:t>Team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5994" y="1508760"/>
            <a:ext cx="2727198" cy="484632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4282" y="1737360"/>
            <a:ext cx="269062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9A02C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No Matching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1154887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831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D2B55"/>
                </a:solidFill>
              </a:rPr>
              <a:t>No categories matched filter: 'DOES_NOT_EXIST'.
A deck was still generated with intro and high-yield summary slides.
Use --category with a broader value or run without filtering.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High-Yield Board Facts –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B55"/>
                </a:solidFill>
              </a:rPr>
              <a:t>★  AN has the highest mortality rate of ANY psychiatric disorder (SMR ~5-10x).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5564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B55"/>
                </a:solidFill>
              </a:rPr>
              <a:t>★  DSM-5 REMOVED amenorrhea as a required criterion for 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14016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B55"/>
                </a:solidFill>
              </a:rPr>
              <a:t>★  DSM-5 reduced BN binge/purge frequency threshold: once/week (was twice/week).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72384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B55"/>
                </a:solidFill>
              </a:rPr>
              <a:t>★  Fluoxetine 60 mg/day = only FDA-approved med for Bulimia Nervosa.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3075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B55"/>
                </a:solidFill>
              </a:rPr>
              <a:t>★  Lisdexamfetamine (Vyvanse) = only FDA-approved med for Binge Eating Disorder.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B55"/>
                </a:solidFill>
              </a:rPr>
              <a:t>★  BUPROPION is CONTRAINDICATED in BN (↑ seizure risk).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4748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B55"/>
                </a:solidFill>
              </a:rPr>
              <a:t>★  Refeeding syndrome: hypophosphatemia → cardiac/respiratory failure.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High-Yield Board Facts –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B55"/>
                </a:solidFill>
              </a:rPr>
              <a:t>★  Russell's Sign = dorsal hand calluses from self-induced vomiting (BN).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5564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B55"/>
                </a:solidFill>
              </a:rPr>
              <a:t>★  FBT (Maudsley) = first-line therapy for adolescents with 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14016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B55"/>
                </a:solidFill>
              </a:rPr>
              <a:t>★  CBT-E = first-line psychotherapy for BN and BED in adults.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