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none">
            <a:spAutoFit/>
          </a:bodyPr>
          <a:lstStyle/>
          <a:p>
            <a:r>
              <a:t>TEMPLATE_MARKER_SLIDE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8046720"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8046720"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9144000"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8046720"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8046720"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8046720"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8046720"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8229600"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8229600"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Q1  |  FDA-Approved Tx – BED</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Q1  ANSWER REVEAL  |  FDA-Approved Tx – BED</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Q2  |  FDA-Approved Tx – BN</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Q2  ANSWER REVEAL  |  FDA-Approved Tx – BN</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Q3  |  Contraindicated Medications – BN</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Q3  ANSWER REVEAL  |  Contraindicated Medications – BN</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Q4  |  Pharmacotherapy – AN</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Q4  ANSWER REVEAL  |  Pharmacotherapy – AN</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Q5  |  Comorbid MDD + BN Treatment</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Q5  ANSWER REVEAL  |  Comorbid MDD + BN Treatment</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8229600"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8229600"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8229600"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8229600"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8229600"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8229600"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8229600"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8229600"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8229600"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8229600"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